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6" r:id="rId3"/>
    <p:sldId id="257" r:id="rId4"/>
    <p:sldId id="267" r:id="rId5"/>
    <p:sldId id="258" r:id="rId6"/>
    <p:sldId id="268" r:id="rId7"/>
    <p:sldId id="263" r:id="rId8"/>
    <p:sldId id="264" r:id="rId9"/>
    <p:sldId id="270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B07F72A-8384-6745-83E2-479C8076D014}">
          <p14:sldIdLst>
            <p14:sldId id="269"/>
            <p14:sldId id="256"/>
          </p14:sldIdLst>
        </p14:section>
        <p14:section name="Problem" id="{DB651225-FE0D-1958-95A0-7E9CD223F111}">
          <p14:sldIdLst>
            <p14:sldId id="257"/>
            <p14:sldId id="267"/>
          </p14:sldIdLst>
        </p14:section>
        <p14:section name="Solution" id="{2ECCD30E-5666-FA00-40A4-A1C468EB50E7}">
          <p14:sldIdLst>
            <p14:sldId id="258"/>
          </p14:sldIdLst>
        </p14:section>
        <p14:section name="Business plan" id="{BB7E82D5-E495-E590-1193-69861A2DC454}">
          <p14:sldIdLst>
            <p14:sldId id="268"/>
          </p14:sldIdLst>
        </p14:section>
        <p14:section name="Impact" id="{8630B91A-D2A8-2DED-762A-097C1AD1DE20}">
          <p14:sldIdLst>
            <p14:sldId id="263"/>
          </p14:sldIdLst>
        </p14:section>
        <p14:section name="Close" id="{EBA3DB31-DAE8-ACCF-14B9-DA55DE85605E}">
          <p14:sldIdLst>
            <p14:sldId id="264"/>
            <p14:sldId id="270"/>
          </p14:sldIdLst>
        </p14:section>
        <p14:section name="Backup" id="{4D92FFC2-C55E-B177-BD9B-2A757762AFB8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DF9"/>
    <a:srgbClr val="2646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57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67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0:20 (20 s). Open with the tagline. 'Every Jordanian student crosses three bridges: school to university, university to opportunity, learning to a job. Today they cross them alone. Bridgecom is one profile that walks with them.'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 to 1:00 (40 s). 'Last summer almost 210,000 students sat Tawjihi. Each one had to choose a program from fee PDFs spread across university sites, and most families confuse the minimum to apply with the competitive cut-off. Then at university, everything a student builds outside the exam is invisible. And employers, who cannot see skills, filter on grades. Three transitions, no single place that connects them.' Sources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to 1:30 (30 s). 'Bridgecom is one profile with three stages. Discover, Empower, Succeed. And one rule we never break: the AI reads language and explains, but eligibility, cost and readiness come from rules over sourced, dated records. Let me show you.' Switch to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6:05 to 6:35 (30 s). 'For Jordan this means fairer guidance outside Amman, honest costs for families before they apply, skills employers can trust, and anonymised data that shows decision-makers where students struggle. In the pilot we will measure completion, source coverage and evidence-backed skills.'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6:35 to 7:00 (25 s). 'Our ask is simple: schools in one governorate to pilot with us this Tawjihi season, access to the official admission and fee records, and employers willing to hire on evidence. Bridgecom: from where you are to where you could be. Thank you.' Stop. Q&amp;A follows (3 minutes).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only. Use if the live site or network fails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only,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Bridgecom · AI Quest 2026 · Smart Society &amp; Public Services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ridgeCom_edite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6554" y="0"/>
            <a:ext cx="12268553" cy="69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idge motif" descr="img/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246120"/>
            <a:ext cx="6336792" cy="2743200"/>
          </a:xfrm>
          <a:prstGeom prst="rect">
            <a:avLst/>
          </a:prstGeom>
        </p:spPr>
      </p:pic>
      <p:sp>
        <p:nvSpPr>
          <p:cNvPr id="3" name="Ground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02 · SMART SOCIETY &amp; PUBLIC SERVICES · JORDAN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Bridgecom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where you are to where you could be.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profile that walks a Jordanian student from school, to university, to a first job, and explains every step.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17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bridgecom.onrender.com     AI Quest 2026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90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39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idge motif" descr="img/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246120"/>
            <a:ext cx="6336792" cy="2743200"/>
          </a:xfrm>
          <a:prstGeom prst="rect">
            <a:avLst/>
          </a:prstGeom>
        </p:spPr>
      </p:pic>
      <p:sp>
        <p:nvSpPr>
          <p:cNvPr id="3" name="Ground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05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pilot it this Tawjihi season</a:t>
            </a:r>
            <a:endParaRPr lang="en-US" sz="3800" dirty="0"/>
          </a:p>
        </p:txBody>
      </p:sp>
      <p:sp>
        <p:nvSpPr>
          <p:cNvPr id="6" name="Ask disc 1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D2A67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514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</a:t>
            </a:r>
            <a:r>
              <a:rPr lang="en-US" sz="19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governorate to run the pilot</a:t>
            </a:r>
            <a:endParaRPr lang="en-US" sz="1900" dirty="0"/>
          </a:p>
        </p:txBody>
      </p:sp>
      <p:sp>
        <p:nvSpPr>
          <p:cNvPr id="9" name="Ask disc 2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D2A67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</a:t>
            </a:r>
            <a:r>
              <a:rPr lang="en-US" sz="19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official admission and fee records</a:t>
            </a:r>
            <a:endParaRPr lang="en-US" sz="1900" dirty="0"/>
          </a:p>
        </p:txBody>
      </p:sp>
      <p:sp>
        <p:nvSpPr>
          <p:cNvPr id="12" name="Ask disc 3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D2A67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886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</a:t>
            </a:r>
            <a:r>
              <a:rPr lang="en-US" sz="19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post skills-based roles</a:t>
            </a:r>
            <a:endParaRPr lang="en-US" sz="1900" dirty="0"/>
          </a:p>
        </p:txBody>
      </p:sp>
      <p:sp>
        <p:nvSpPr>
          <p:cNvPr id="15" name="QR card"/>
          <p:cNvSpPr/>
          <p:nvPr/>
        </p:nvSpPr>
        <p:spPr>
          <a:xfrm>
            <a:off x="9646920" y="548640"/>
            <a:ext cx="2011680" cy="233172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pic>
        <p:nvPicPr>
          <p:cNvPr id="16" name="Image 1" descr="QR code linking to bridgecom.onrender.c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685800"/>
            <a:ext cx="1645920" cy="16459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46920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try it live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8920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where you are to where you could be.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217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bridgecom.onrender.com</a:t>
            </a: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github.com/Ezz-Banna/Cloud-AI-Quest-2026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7225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0" y="0"/>
            <a:ext cx="5619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2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the working build, if the network fails</a:t>
            </a:r>
            <a:endParaRPr lang="en-US" sz="3400" dirty="0"/>
          </a:p>
        </p:txBody>
      </p:sp>
      <p:pic>
        <p:nvPicPr>
          <p:cNvPr id="3" name="Image 0" descr="Discover results card with eligibility, fit, cost and the factor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583680" cy="4475747"/>
          </a:xfrm>
          <a:prstGeom prst="rect">
            <a:avLst/>
          </a:prstGeom>
        </p:spPr>
      </p:pic>
      <p:pic>
        <p:nvPicPr>
          <p:cNvPr id="4" name="Image 1" descr="Succeed readiness at 43 percent with the skills gap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371600"/>
            <a:ext cx="4282135" cy="217863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60920" y="3749040"/>
            <a:ext cx="4282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recorded from the submitted build on 9 Oct 2026, running offline rules. Lina and all employers are synthetic demo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answers for the 3-minute Q&amp;A</a:t>
            </a:r>
            <a:endParaRPr lang="en-US" sz="3400" dirty="0"/>
          </a:p>
        </p:txBody>
      </p:sp>
      <p:sp>
        <p:nvSpPr>
          <p:cNvPr id="3" name="QA card 1"/>
          <p:cNvSpPr/>
          <p:nvPr/>
        </p:nvSpPr>
        <p:spPr>
          <a:xfrm>
            <a:off x="548640" y="132588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9E2DD"/>
            </a:solidFill>
            <a:prstDash val="solid"/>
          </a:ln>
          <a:effectLst>
            <a:outerShdw blurRad="101600" dist="25400" dir="5400000" algn="bl" rotWithShape="0">
              <a:srgbClr val="1B333C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35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AI decide admission?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01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Eligibility, cost and readiness are rules over sourced records. The AI reads text and explains; any number it invents is caught and replaced by a template.</a:t>
            </a:r>
            <a:endParaRPr lang="en-US" sz="1300" dirty="0"/>
          </a:p>
        </p:txBody>
      </p:sp>
      <p:sp>
        <p:nvSpPr>
          <p:cNvPr id="6" name="QA card 2"/>
          <p:cNvSpPr/>
          <p:nvPr/>
        </p:nvSpPr>
        <p:spPr>
          <a:xfrm>
            <a:off x="6172200" y="132588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9E2DD"/>
            </a:solidFill>
            <a:prstDash val="solid"/>
          </a:ln>
          <a:effectLst>
            <a:outerShdw blurRad="101600" dist="25400" dir="5400000" algn="bl" rotWithShape="0">
              <a:srgbClr val="1B333C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0" y="1435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 data is wrong or old?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801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has a source and a check date. Records older than 180 days and conflicting sources are flagged, and disputed facts are left out of scoring.</a:t>
            </a:r>
            <a:endParaRPr lang="en-US" sz="1300" dirty="0"/>
          </a:p>
        </p:txBody>
      </p:sp>
      <p:sp>
        <p:nvSpPr>
          <p:cNvPr id="9" name="QA card 3"/>
          <p:cNvSpPr/>
          <p:nvPr/>
        </p:nvSpPr>
        <p:spPr>
          <a:xfrm>
            <a:off x="548640" y="278892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9E2DD"/>
            </a:solidFill>
            <a:prstDash val="solid"/>
          </a:ln>
          <a:effectLst>
            <a:outerShdw blurRad="101600" dist="25400" dir="5400000" algn="bl" rotWithShape="0">
              <a:srgbClr val="1B333C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898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today?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644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universities and 44 programs in 8 fields, 13 scholarships, 45 courses. A sample built for depth; the import and audit pipeline is ready for national coverage.</a:t>
            </a:r>
            <a:endParaRPr lang="en-US" sz="1300" dirty="0"/>
          </a:p>
        </p:txBody>
      </p:sp>
      <p:sp>
        <p:nvSpPr>
          <p:cNvPr id="12" name="QA card 4"/>
          <p:cNvSpPr/>
          <p:nvPr/>
        </p:nvSpPr>
        <p:spPr>
          <a:xfrm>
            <a:off x="6172200" y="278892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9E2DD"/>
            </a:solidFill>
            <a:prstDash val="solid"/>
          </a:ln>
          <a:effectLst>
            <a:outerShdw blurRad="101600" dist="25400" dir="5400000" algn="bl" rotWithShape="0">
              <a:srgbClr val="1B333C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2898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644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stays on the student's device. Sharing is opt-in and revocable, and never includes grades, city, budget or accessibility needs.</a:t>
            </a:r>
            <a:endParaRPr lang="en-US" sz="1300" dirty="0"/>
          </a:p>
        </p:txBody>
      </p:sp>
      <p:sp>
        <p:nvSpPr>
          <p:cNvPr id="15" name="QA card 5"/>
          <p:cNvSpPr/>
          <p:nvPr/>
        </p:nvSpPr>
        <p:spPr>
          <a:xfrm>
            <a:off x="548640" y="425196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9E2DD"/>
            </a:solidFill>
            <a:prstDash val="solid"/>
          </a:ln>
          <a:effectLst>
            <a:outerShdw blurRad="101600" dist="25400" dir="5400000" algn="bl" rotWithShape="0">
              <a:srgbClr val="1B333C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4361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use a chatbot?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274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chatbot invents fees and cut-offs. Bridgecom grounds every fact in a dated source and tests that it does.</a:t>
            </a:r>
            <a:endParaRPr lang="en-US" sz="1300" dirty="0"/>
          </a:p>
        </p:txBody>
      </p:sp>
      <p:sp>
        <p:nvSpPr>
          <p:cNvPr id="18" name="QA card 6"/>
          <p:cNvSpPr/>
          <p:nvPr/>
        </p:nvSpPr>
        <p:spPr>
          <a:xfrm>
            <a:off x="6172200" y="425196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9E2DD"/>
            </a:solidFill>
            <a:prstDash val="solid"/>
          </a:ln>
          <a:effectLst>
            <a:outerShdw blurRad="101600" dist="25400" dir="5400000" algn="bl" rotWithShape="0">
              <a:srgbClr val="1B333C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0" y="4361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mocked?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7274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student and all employers are synthetic and labelled. Live AI needs an API key; without it, rules take over and say so on screen.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ridgecom">
  <a:themeElements>
    <a:clrScheme name="Bridgecom">
      <a:dk1>
        <a:srgbClr val="1F2A2E"/>
      </a:dk1>
      <a:lt1>
        <a:srgbClr val="FFFFFF"/>
      </a:lt1>
      <a:dk2>
        <a:srgbClr val="1B333C"/>
      </a:dk2>
      <a:lt2>
        <a:srgbClr val="F8F7F3"/>
      </a:lt2>
      <a:accent1>
        <a:srgbClr val="264653"/>
      </a:accent1>
      <a:accent2>
        <a:srgbClr val="D2A679"/>
      </a:accent2>
      <a:accent3>
        <a:srgbClr val="467068"/>
      </a:accent3>
      <a:accent4>
        <a:srgbClr val="6F9C94"/>
      </a:accent4>
      <a:accent5>
        <a:srgbClr val="84592F"/>
      </a:accent5>
      <a:accent6>
        <a:srgbClr val="A4483A"/>
      </a:accent6>
      <a:hlink>
        <a:srgbClr val="264653"/>
      </a:hlink>
      <a:folHlink>
        <a:srgbClr val="467068"/>
      </a:folHlink>
    </a:clrScheme>
    <a:fontScheme name="Bridgeco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686</Words>
  <Application>Microsoft Office PowerPoint</Application>
  <PresentationFormat>Widescreen</PresentationFormat>
  <Paragraphs>47</Paragraphs>
  <Slides>11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Bridgecom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Backup: the working build, if the network fails</vt:lpstr>
      <vt:lpstr>Backup: answers for the 3-minute 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Bridgecom pitch</dc:title>
  <dc:subject>PptxGenJS Presentation</dc:subject>
  <dc:creator>IzzelDeen</dc:creator>
  <cp:lastModifiedBy>lenovo</cp:lastModifiedBy>
  <cp:revision>12</cp:revision>
  <dcterms:created xsi:type="dcterms:W3CDTF">2026-10-09T15:32:16Z</dcterms:created>
  <dcterms:modified xsi:type="dcterms:W3CDTF">2026-10-10T09:47:16Z</dcterms:modified>
</cp:coreProperties>
</file>